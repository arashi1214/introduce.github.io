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8E86F1-300A-4B3B-B9CC-3ABD2FAAC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D952958-CDDB-443F-87F9-64537B2E5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092FDF-9698-4F4A-BEA8-B5818411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5B34-1091-4978-8AA5-67BA3CBBBD27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39EEBB-D15D-460C-A6D4-DCCEC59B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03B3BE-368C-4438-B248-ED636171A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53873-7B6E-402B-806C-4E0C7AEE92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33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18657-A14A-49EC-91B2-4F024C2C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9013BC-2C7E-4629-B409-EC03E821D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C2FCE8-10FA-4BAE-8BC2-458935CA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5B34-1091-4978-8AA5-67BA3CBBBD27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FDFD63-E115-4BC4-8CE0-17EEAA8C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C92DBF-DA18-4BC2-8709-73673CA5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53873-7B6E-402B-806C-4E0C7AEE92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43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4EA12A-64B5-4C18-BEFE-599C57964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5376BC-8C50-42FA-BD07-CE0A06032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555EDE-9636-478E-94ED-7BCBCA1DA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5B34-1091-4978-8AA5-67BA3CBBBD27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E4068E-B114-4EA5-BE6C-7466607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8EC2DC-7E1E-46F9-AF7E-528705BD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53873-7B6E-402B-806C-4E0C7AEE92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3031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B49D52-F6F4-4772-833D-597B4941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A6D59A-96B6-4878-AEDA-2C62E6A6F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1DA56F1-459E-4167-8728-E3EC82BBF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FBBAA5B-907F-4108-AFA6-2F6A0C98F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5B34-1091-4978-8AA5-67BA3CBBBD27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E159C7-DE5D-489F-9F75-CB321ED7E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F0FEA8-FF27-46A4-8E38-9BD456C3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53873-7B6E-402B-806C-4E0C7AEE92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9596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24F475-EAB5-4DD1-8D94-1C11CC75C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6D7FED-06A2-4871-A91C-929E128B2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42D6607-A0EA-4C30-BB2E-E5C8E7A7B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D0A46A4-2763-4488-9A6E-21A0155B4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B06404C-3A52-4733-A754-E6666D3F7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C39299B-7969-4879-AC1F-C9658476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5B34-1091-4978-8AA5-67BA3CBBBD27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832C69D-6C33-4F98-AB77-8D38488D1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7854B22-04FC-4075-8F30-5CCF0A85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53873-7B6E-402B-806C-4E0C7AEE92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046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BCBF10-3A52-4A0B-AB86-EF81C9283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A41379D-AC7C-4FF4-8213-8FBA91E2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5B34-1091-4978-8AA5-67BA3CBBBD27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398B06-EB01-4C83-8949-2D187A23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7ADF616-5295-4C0F-8C7F-4A982015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53873-7B6E-402B-806C-4E0C7AEE92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6959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A0D5FE2-2268-4E0B-82D9-83AA9A16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5B34-1091-4978-8AA5-67BA3CBBBD27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FA7A974-EF53-4DE3-BDA4-6D6555D7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6ECC16-5FAB-4A79-9749-BC63DBFC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53873-7B6E-402B-806C-4E0C7AEE92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076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9D4F2C-69ED-4D60-850B-C2F884FF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63033A-D2E7-48C1-A9F4-29063EA1D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3FF1086-D0D8-4DBF-AA42-561DEF9C2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BC4DC4-BA7F-408E-AA6E-E636049EA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5B34-1091-4978-8AA5-67BA3CBBBD27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6AC7419-21A4-49C1-B7E5-B11AF72E7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E9FAA7A-5925-4FE7-858B-65DCA10A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53873-7B6E-402B-806C-4E0C7AEE92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3865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ED0331-CEF1-4605-9E0A-4181E73B6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74B272C-81FD-4DD8-90ED-8E860148C2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6BD318F-B265-4CB2-B24E-4E82F6FF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183D21-7030-46CD-8D3C-0E0E610D1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5B34-1091-4978-8AA5-67BA3CBBBD27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89CA23-D3B9-4587-B9E8-AA8A5D2C1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836047-70BB-46A9-A33A-92A26E820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53873-7B6E-402B-806C-4E0C7AEE92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746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426BDF-9138-4318-A68B-CFF12273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BA57CF6-9C47-4C2E-8230-754D005A4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E8B01F-CA97-4848-A54D-8E8A8ADF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5B34-1091-4978-8AA5-67BA3CBBBD27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4AF913-3BC6-4CCB-937D-554F5E50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1777A1-D799-4ACA-B6BC-F15A1C099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53873-7B6E-402B-806C-4E0C7AEE92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0369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0FCA828-AEE4-4A24-AB8E-55EA7749C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0CD8FBF-74D5-4840-A9E9-5062862DA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15DF9B-83D7-48DA-A6A8-9E82CA364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5B34-1091-4978-8AA5-67BA3CBBBD27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570B75-1994-4CFB-A594-99982D159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811DF1-1EA2-45C3-8946-F896A771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53873-7B6E-402B-806C-4E0C7AEE92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914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35F59F4-F208-470B-9BCD-DDFBB5B5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BF5B3F9-6FF5-465E-AC3C-0E55FEC28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C5EACC-7D1E-47CF-B80A-C225E181A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75B34-1091-4978-8AA5-67BA3CBBBD27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E179E7-D45F-4713-AFAF-03BACE5B1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9D1AF8-E398-42DB-BB23-956C2F00B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53873-7B6E-402B-806C-4E0C7AEE92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8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70025330-4A8E-456E-9896-170289397512}"/>
              </a:ext>
            </a:extLst>
          </p:cNvPr>
          <p:cNvGrpSpPr/>
          <p:nvPr/>
        </p:nvGrpSpPr>
        <p:grpSpPr>
          <a:xfrm>
            <a:off x="0" y="0"/>
            <a:ext cx="6967996" cy="6858000"/>
            <a:chOff x="0" y="0"/>
            <a:chExt cx="6967996" cy="685800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8407318B-B416-46AB-ABFA-03709F498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393183" cy="6858000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BBE5D658-AD84-4D88-8F9C-C0FD751AF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4813" y="0"/>
              <a:ext cx="3393183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819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E1CFACE-E145-4778-88E1-6B73546A74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46" b="5034"/>
          <a:stretch/>
        </p:blipFill>
        <p:spPr>
          <a:xfrm>
            <a:off x="0" y="839754"/>
            <a:ext cx="12192000" cy="567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51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7FD734-D73A-40F5-B302-B238B10863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1837" r="1045" b="4898"/>
          <a:stretch/>
        </p:blipFill>
        <p:spPr>
          <a:xfrm>
            <a:off x="0" y="811763"/>
            <a:ext cx="12064482" cy="571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9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寬螢幕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譽錚 王</dc:creator>
  <cp:lastModifiedBy>譽錚 王</cp:lastModifiedBy>
  <cp:revision>4</cp:revision>
  <dcterms:created xsi:type="dcterms:W3CDTF">2021-04-15T04:35:54Z</dcterms:created>
  <dcterms:modified xsi:type="dcterms:W3CDTF">2021-04-17T13:15:48Z</dcterms:modified>
</cp:coreProperties>
</file>